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비전 기말 프로젝트 · 아이디어 제안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성형 견적 시각화 시스템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U-Net 기반 얼굴 부위 세그멘테이션 + GAN 시각화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13716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3832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[팀명 입력]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[팀원1] · [팀원2] · [팀원3]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박한샘 교수님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2026.05.18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— 왜 이 문제인가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Statement &amp; Motivation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3200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현장의 한계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시술 진단의 주관성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상담사 경험에 의존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환자 본인도 판단 어려움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시술 후 결과 예측의 한계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기존: 2D 합성·모자이크 수준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실제 결과와 큰 괴리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가설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얼굴 부위를 정밀 분할하고, 해당 영역을 변형 시각화한다면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2606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객관적 진단 가능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 후 결과 예측 가능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3703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 TASK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92040" y="3977640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3977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3977640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3977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914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— End-to-End 파이프라인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08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2980" y="15087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9829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얼굴 검출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Tasks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478 landmarks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2286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2103120" y="1371600"/>
            <a:ext cx="1508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28900" y="15087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26289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48840" y="20574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 분석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274320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삼정·오안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룰베이스 추천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2286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3749040" y="1371600"/>
            <a:ext cx="150876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74820" y="15087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42748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94760" y="20574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U-Net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세그멘테이션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0" y="274320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자체 학습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CelebAMask-HQ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시술 부위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66360" y="2286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5394960" y="1371600"/>
            <a:ext cx="1508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20740" y="15087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59207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40680" y="20574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SC-FEGAN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274320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사전학습 GAN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512×512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 후 얼굴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12280" y="2286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7040880" y="1371600"/>
            <a:ext cx="1508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66660" y="15087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75666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86600" y="20574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32320" y="274320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Before/After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Grad-CAM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견적서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메인 학습 컴포넌트: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U-Net (Step 3) — 본 발표의 핵심 deliverable. SC-FEGAN은 사전학습 시각화 도구로 활용.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0" y="914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설계 — U-Net 계층적 특징 추출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Architecture: ResNet-34 Encoder + U-Net Decoder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17320" y="1851660"/>
            <a:ext cx="685800" cy="365760"/>
          </a:xfrm>
          <a:prstGeom prst="rect">
            <a:avLst/>
          </a:prstGeom>
          <a:solidFill>
            <a:srgbClr val="1E2761">
              <a:alpha val="9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8516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2331720"/>
            <a:ext cx="548640" cy="320040"/>
          </a:xfrm>
          <a:prstGeom prst="rect">
            <a:avLst/>
          </a:prstGeom>
          <a:solidFill>
            <a:srgbClr val="1E2761">
              <a:alpha val="8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2331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2811780"/>
            <a:ext cx="411480" cy="274320"/>
          </a:xfrm>
          <a:prstGeom prst="rect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8117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2834640"/>
            <a:ext cx="365760" cy="228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8346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11880" y="2811780"/>
            <a:ext cx="411480" cy="2743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28117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69080" y="2331720"/>
            <a:ext cx="548640" cy="3200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2331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851660"/>
            <a:ext cx="685800" cy="3657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8516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94960" y="1371600"/>
            <a:ext cx="822960" cy="4114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3716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371600" y="1577340"/>
            <a:ext cx="4023360" cy="0"/>
          </a:xfrm>
          <a:prstGeom prst="line">
            <a:avLst/>
          </a:prstGeom>
          <a:noFill/>
          <a:ln w="15240">
            <a:solidFill>
              <a:srgbClr val="F96167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2103120" y="2034540"/>
            <a:ext cx="2560320" cy="0"/>
          </a:xfrm>
          <a:prstGeom prst="line">
            <a:avLst/>
          </a:prstGeom>
          <a:noFill/>
          <a:ln w="15240">
            <a:solidFill>
              <a:srgbClr val="F96167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697480" y="2491740"/>
            <a:ext cx="1371600" cy="0"/>
          </a:xfrm>
          <a:prstGeom prst="line">
            <a:avLst/>
          </a:prstGeom>
          <a:noFill/>
          <a:ln w="15240">
            <a:solidFill>
              <a:srgbClr val="F96167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5720" y="1577340"/>
            <a:ext cx="457200" cy="0"/>
          </a:xfrm>
          <a:prstGeom prst="line">
            <a:avLst/>
          </a:prstGeom>
          <a:noFill/>
          <a:ln w="19050">
            <a:solidFill>
              <a:srgbClr val="7B8FA1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5720" y="1325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63640" y="1577340"/>
            <a:ext cx="457200" cy="0"/>
          </a:xfrm>
          <a:prstGeom prst="line">
            <a:avLst/>
          </a:prstGeom>
          <a:noFill/>
          <a:ln w="19050">
            <a:solidFill>
              <a:srgbClr val="7B8FA1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6263640" y="1325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38328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383280"/>
            <a:ext cx="54864" cy="1143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474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계층적 특징 추출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" y="38404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단계적 다운샘플링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저수준→고수준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0" y="338328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3383280"/>
            <a:ext cx="54864" cy="1143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8" name="Text 36"/>
          <p:cNvSpPr/>
          <p:nvPr/>
        </p:nvSpPr>
        <p:spPr>
          <a:xfrm>
            <a:off x="3337560" y="3474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Skip Connection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337560" y="38404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정보 보존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encoder→decoder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0" y="338328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383280"/>
            <a:ext cx="54864" cy="1143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2" name="Text 40"/>
          <p:cNvSpPr/>
          <p:nvPr/>
        </p:nvSpPr>
        <p:spPr>
          <a:xfrm>
            <a:off x="6080760" y="3474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픽셀 단위 출력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080760" y="38404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클래스 분류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(bg + 5 부위)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구현: segmentation_models_pytorch 라이브러리 (PyTorch)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29600" y="914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— CelebAMask-HQ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Dataset: Large-scale Annotated Face Parsing Dataset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325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고해상도 이미지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1024 × 1024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74520" y="1371600"/>
            <a:ext cx="1325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74520" y="150876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965960" y="219456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부위별 라벨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 단위 mask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1325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50876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83280" y="219456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CVPR 학술 표준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Lee et al.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라이선스: </a:t>
            </a:r>
            <a:pPr indent="0" marL="0">
              <a:buNone/>
            </a:pPr>
            <a:r>
              <a:rPr lang="en-US" sz="11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비상업 연구 용도 (학술 발표 OK)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</a:t>
            </a:r>
            <a:pPr indent="0" marL="0">
              <a:buNone/>
            </a:pPr>
            <a:r>
              <a:rPr lang="en-US" sz="11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github.com/switchablenorms/CelebAMask-HQ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task 클래스 매핑 (5 부위)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737360"/>
          <a:ext cx="3474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377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클래스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CelebAMask-HQ 라벨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nose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l_eye, r_eye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u_lip, l_lip, mouth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skin (랜드마크 분리)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skin (랜드마크 분리)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분할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297680"/>
            <a:ext cx="58521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2976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 24K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355080" y="4297680"/>
            <a:ext cx="7315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1" name="Text 18"/>
          <p:cNvSpPr/>
          <p:nvPr/>
        </p:nvSpPr>
        <p:spPr>
          <a:xfrm>
            <a:off x="6355080" y="4297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 3K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132320" y="4297680"/>
            <a:ext cx="731520" cy="365760"/>
          </a:xfrm>
          <a:prstGeom prst="rect">
            <a:avLst/>
          </a:prstGeom>
          <a:solidFill>
            <a:srgbClr val="7B8FA1"/>
          </a:solidFill>
          <a:ln/>
        </p:spPr>
      </p:sp>
      <p:sp>
        <p:nvSpPr>
          <p:cNvPr id="23" name="Text 20"/>
          <p:cNvSpPr/>
          <p:nvPr/>
        </p:nvSpPr>
        <p:spPr>
          <a:xfrm>
            <a:off x="7132320" y="4297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3K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229600" y="914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+ 성능 분석 + 해석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Evaluation, Optimization &amp; Interpretability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97480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00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지표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mIoU (mean IoU)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Dice Score (F1 유사)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Per-class IoU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Confusion Matrix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Pixel 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3552" y="137160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371600"/>
            <a:ext cx="2697480" cy="91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1600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최적화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10712" y="20116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Optimization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56432" y="2377440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Augmentation 비교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horizontal flip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rotation ±15°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color jitter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Ablation study 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9904" y="137160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1371600"/>
            <a:ext cx="2697480" cy="914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7" name="Text 15"/>
          <p:cNvSpPr/>
          <p:nvPr/>
        </p:nvSpPr>
        <p:spPr>
          <a:xfrm>
            <a:off x="6227064" y="1600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가능성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27064" y="20116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Explainability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72784" y="2377440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Grad-CAM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encoder bottleneck hook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Map 시각화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mask overlay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부위별 heatmap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데모: 사진 업로드 → 추천 시술 → U-Net 마스크 → SC-FEGAN After → PDF 견적서 자동 생성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914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+ 역할 분담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 to Final Presentation &amp; Team Distribution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087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1463040"/>
            <a:ext cx="228600" cy="2286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5/8–14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셋업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검증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137160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15087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178308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5/19–26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94560" y="205740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U-Net PoC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137160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15087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178308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5/27–6/2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0" y="205740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본격 학습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Grad-CAM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94960" y="137160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5087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0" y="178308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6/3–9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205740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출력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40880" y="1371600"/>
            <a:ext cx="1508760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15087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0" y="178308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6/15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0" y="205740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평가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책임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· 모델/엔진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SC-FEGAN wrapper + DiffFace 백업 PoC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scfegan_wrapper/, diffface_wrapper/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· 세그멘테이션 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U-Net 학습 + 평가 + Grad-CAM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project/segmentation/ 전체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· 분석/UI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MediaPipe + 추천 + Streamlit + PDF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ui/, face_analyzer/, recommender/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8229600" y="914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 PoC — 사전 검증 완료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Validated Components Before Proposal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구성요소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환경 셋업 (TF 2.x compat + Keras 2)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 Tasks API · 478 landmarks 검출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얼굴 비율 분석 10개 지표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룰베이스 추천 엔진 (시술 3종)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SC-FEGAN 사전학습 모델 로드 (190MB)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9채널 입력 → SC-FEGAN 추론 (2초/장)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Before/After 시각화 파이프라인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결과 (SC-FEGAN 추론)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46320" y="1920240"/>
            <a:ext cx="3657600" cy="19202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846320" y="192024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Before / After 캡처 삽입 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smoke_test_01.png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직전 교체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추천: </a:t>
            </a:r>
            <a:pPr indent="0" marL="0">
              <a:buNone/>
            </a:pPr>
            <a:r>
              <a:rPr lang="en-US" sz="10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사각턱 + V라인 (신뢰도 0.67)  ·  </a:t>
            </a:r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시간: </a:t>
            </a:r>
            <a:pPr indent="0" marL="0">
              <a:buNone/>
            </a:pPr>
            <a:r>
              <a:rPr lang="en-US" sz="10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2.1초 (T4 GPU)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Week 2부터 U-Net 학습 본격 진행 (CelebAMask-HQ + segmentation_models_pytorch)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914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성형 견적 시각화 시스템 - 제안 발표</dc:title>
  <dc:subject>PptxGenJS Presentation</dc:subject>
  <dc:creator>Team CV-Final</dc:creator>
  <cp:lastModifiedBy>Team CV-Final</cp:lastModifiedBy>
  <cp:revision>1</cp:revision>
  <dcterms:created xsi:type="dcterms:W3CDTF">2026-05-15T15:26:48Z</dcterms:created>
  <dcterms:modified xsi:type="dcterms:W3CDTF">2026-05-15T15:26:48Z</dcterms:modified>
</cp:coreProperties>
</file>